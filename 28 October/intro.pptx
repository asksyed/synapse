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6" r:id="rId37"/>
    <p:sldId id="297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8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0</Words>
  <Application>Microsoft Office PowerPoint</Application>
  <PresentationFormat>Widescreen</PresentationFormat>
  <Paragraphs>0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Mohammed Habeeb Vulla</cp:lastModifiedBy>
  <cp:revision>3</cp:revision>
  <dcterms:created xsi:type="dcterms:W3CDTF">2013-01-27T09:14:16Z</dcterms:created>
  <dcterms:modified xsi:type="dcterms:W3CDTF">2025-10-28T02:07:40Z</dcterms:modified>
  <cp:category/>
</cp:coreProperties>
</file>